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1ce3463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1ce346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1ce3463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1ce3463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1ce3463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1ce3463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1ce3463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1ce3463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1ce3463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1ce3463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1ce346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1ce346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ce346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ce346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1ce346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1ce346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1ce3463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1ce3463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Errors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Exception Handling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Errors are bound to happen in your code!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Especially when someone else ends up using it in an unexpected way.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attempt to plan for possible errors.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user may try to write to a file that was only opened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mode=’r’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Currently if there is any type of error in your code, the entire script will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let the script continue with other code, even if there is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three keywords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the block of code to be attempted (may lead to an error)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except: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Block of code will execute in case there is an error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block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finally: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final block of code to be executed, regardless of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begin to expand to larger multi-file projects it becomes important to have tests in place.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way as you make changes or update your code, you can run your test files to make sure previous code still runs as expected.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testing tools, we will focus on two: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pylint: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library that looks at your code and reports back possible issues.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built-in library will allow to test your own programs and check you are getting desired outputs.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begin by showing you how to use pylint to check your code for possible errors and styling.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as a set of style convention rules known as “PEP 8”.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explore how to test our code with the built-in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lecture we will be creating .py scripts in sublime.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still use the associated notebook for code using the %%writefile magic jupyter command.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 - Part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