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</p:sldIdLst>
  <p:sldSz cy="5143500" cx="9144000"/>
  <p:notesSz cx="6858000" cy="9144000"/>
  <p:embeddedFontLst>
    <p:embeddedFont>
      <p:font typeface="Montserrat"/>
      <p:regular r:id="rId13"/>
      <p:bold r:id="rId14"/>
      <p:italic r:id="rId15"/>
      <p:boldItalic r:id="rId1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font" Target="fonts/Montserrat-regular.fntdata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Montserrat-italic.fntdata"/><Relationship Id="rId14" Type="http://schemas.openxmlformats.org/officeDocument/2006/relationships/font" Target="fonts/Montserrat-bold.fntdata"/><Relationship Id="rId16" Type="http://schemas.openxmlformats.org/officeDocument/2006/relationships/font" Target="fonts/Montserrat-bold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42e6de5aa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42e6de5aa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42e6de5a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42e6de5a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42e6de5aa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42e6de5aa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42e6de5aa_0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42e6de5aa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42e6de5aa_0_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42e6de5aa_0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42e6de5aa_0_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42e6de5aa_0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42e6de5aa_0_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42e6de5aa_0_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Generators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watermark.jpg" id="56" name="Google Shape;56;p13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57" name="Google Shape;57;p1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Decorators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3" name="Google Shape;63;p14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We've learned how to create functions with def and the return statement. 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Generator functions allow us to write a function that can send back a value and then later resume to pick up where it left off. 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64" name="Google Shape;64;p14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65" name="Google Shape;65;p1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Decorators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1" name="Google Shape;71;p15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This type of function is a generator in Python, allowing us to generate a sequence of values over time. 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The main difference in syntax will be the use of a yield statement.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72" name="Google Shape;72;p15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73" name="Google Shape;73;p15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6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Decorators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9" name="Google Shape;79;p16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When a generator function is compiled they become an object that supports an iteration protocol. 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That means when they are called in your code they don't actually return a value and then exit. 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80" name="Google Shape;80;p16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81" name="Google Shape;81;p16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7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Decorators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7" name="Google Shape;87;p17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G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enerator functions will automatically suspend and resume their execution and state around the last point of value generation. 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The advantage is that instead of having to compute an entire series of values up front, the generator computes one value waits until the next value is called for.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88" name="Google Shape;88;p17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89" name="Google Shape;89;p17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8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Decorators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5" name="Google Shape;95;p18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For example, the range() function doesn’t produce an list in memory for all the values from start to stop.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Instead it just keeps track of the last number and the step size, to provide a flow of numbers.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96" name="Google Shape;96;p18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97" name="Google Shape;97;p18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9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Decorators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3" name="Google Shape;103;p19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If a user did need the list, they have to transform the generator to a list with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list(range(0,10))</a:t>
            </a:r>
            <a:endParaRPr b="1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Let’s explore how to create our own generators!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04" name="Google Shape;104;p19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05" name="Google Shape;105;p19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0"/>
          <p:cNvSpPr txBox="1"/>
          <p:nvPr>
            <p:ph type="ctrTitle"/>
          </p:nvPr>
        </p:nvSpPr>
        <p:spPr>
          <a:xfrm>
            <a:off x="336733" y="1415050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Iterators and </a:t>
            </a: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Generators Homework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Solutions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1" name="Google Shape;111;p20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watermark.jpg" id="112" name="Google Shape;112;p20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13" name="Google Shape;113;p20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