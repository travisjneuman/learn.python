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5143500" cx="9144000"/>
  <p:notesSz cx="6858000" cy="9144000"/>
  <p:embeddedFontLst>
    <p:embeddedFont>
      <p:font typeface="Montserrat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schemas.openxmlformats.org/officeDocument/2006/relationships/font" Target="fonts/Montserrat-bold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Montserrat-bold.fntdata"/><Relationship Id="rId6" Type="http://schemas.openxmlformats.org/officeDocument/2006/relationships/slide" Target="slides/slide2.xml"/><Relationship Id="rId18" Type="http://schemas.openxmlformats.org/officeDocument/2006/relationships/font" Target="fonts/Montserrat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586a91ea0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586a91ea0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586a91ea0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586a91ea0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229be73c4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229be73c4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229be73c4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229be73c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229be73c4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229be73c4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229be73c4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229be73c4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229be73c4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229be73c4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229be73c4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229be73c4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229be73c4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229be73c4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229be73c4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229be73c4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229be73c4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229be73c4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229be73c4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229be73c4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Modules and Packages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56" name="Google Shape;56;p1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7" name="Google Shape;57;p1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Using PyPi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With pip install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3" name="Google Shape;63;p1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4" name="Google Shape;64;p1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PyPI is a repository for open-source third-party Python packages.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It's similar to RubyGems in the Ruby world, PHP's Packagist, CPAN for Perl, and NPM for Node.js.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1" name="Google Shape;71;p1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2" name="Google Shape;72;p1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So far we’ve really only used libraries that come internally with Python.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There are many other libraries available that people have open-sourced and shared on PyPi.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can use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pip install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at the command line to install these packages.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9" name="Google Shape;79;p1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0" name="Google Shape;80;p1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By installing Python from python.org or through the Anaconda distribution you also installed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pip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pip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is a simple way to download packages at your command line directly from the PyPi repository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7" name="Google Shape;87;p1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8" name="Google Shape;88;p1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" name="Google Shape;94;p1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There are packages already created for almost any use case you can think of!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 quick google search will usually help you discover a link to the PyPi page for the package, or for the package documentation.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5" name="Google Shape;95;p1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6" name="Google Shape;96;p1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" name="Google Shape;102;p1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quickly show you how to download and install external packages.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Windows Users: Command Prompt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MacOS/Linux Users: Terminal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3" name="Google Shape;103;p1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4" name="Google Shape;104;p1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Writing Your Own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 Modules and Packages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0" name="Google Shape;110;p2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1" name="Google Shape;111;p2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" name="Google Shape;117;p2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Now that we understand how to install external packages, let’s explore how to create our own modules and packages.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Modules are just .py scripts that you call in another .py script.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Packages are a collection of modules.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create some examples!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8" name="Google Shape;118;p2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9" name="Google Shape;119;p2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 txBox="1"/>
          <p:nvPr>
            <p:ph type="ctrTitle"/>
          </p:nvPr>
        </p:nvSpPr>
        <p:spPr>
          <a:xfrm>
            <a:off x="311700" y="22709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__name__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and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“__main__” 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5" name="Google Shape;125;p2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6" name="Google Shape;126;p2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2" name="Google Shape;132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An often confusing part of Python is a mysterious line of code: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1" marL="1371600" rtl="0" algn="l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○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if __name__ == "__main__":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3" name="Google Shape;133;p2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4" name="Google Shape;134;p2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0" name="Google Shape;140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Sometimes when you are importing from a module, you would like to know whether a modules function is being used as an import, or if you are using the original .py file of that module.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41" name="Google Shape;141;p2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42" name="Google Shape;142;p2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8" name="Google Shape;148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Let’s explore this some more, but make sure to check out the full explanatory text file that is in this part’s folder!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49" name="Google Shape;149;p2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50" name="Google Shape;150;p2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