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</p:sldIdLst>
  <p:sldSz cy="5143500" cx="9144000"/>
  <p:notesSz cx="6858000" cy="9144000"/>
  <p:embeddedFontLst>
    <p:embeddedFont>
      <p:font typeface="Montserrat"/>
      <p:regular r:id="rId7"/>
      <p:bold r:id="rId8"/>
      <p:italic r:id="rId9"/>
      <p:boldItalic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0" Type="http://schemas.openxmlformats.org/officeDocument/2006/relationships/font" Target="fonts/Montserrat-boldItalic.fntdata"/><Relationship Id="rId9" Type="http://schemas.openxmlformats.org/officeDocument/2006/relationships/font" Target="fonts/Montserrat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font" Target="fonts/Montserrat-regular.fntdata"/><Relationship Id="rId8" Type="http://schemas.openxmlformats.org/officeDocument/2006/relationships/font" Target="fonts/Montserrat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586a91ea0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2586a91ea0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Python Comparison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Operators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56" name="Google Shape;56;p1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7" name="Google Shape;57;p1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Chaining Comparison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Operators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3" name="Google Shape;63;p1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4" name="Google Shape;64;p1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